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800219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27/8/26 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2:00 PM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940237"/>
              </p:ext>
            </p:extLst>
          </p:nvPr>
        </p:nvGraphicFramePr>
        <p:xfrm>
          <a:off x="8193271" y="4898509"/>
          <a:ext cx="3702050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Suhitha Chalasani – 2420030444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Kapilavai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Hamsini – 2420030398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Masetti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Manasvini - 2420030475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258538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Venkateshwari Ketineni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6" y="964059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PrePlate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Agentic AI-Based Campus Food Pre-Ordering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9627D9-F464-F710-4278-350054C5F6BC}"/>
              </a:ext>
            </a:extLst>
          </p:cNvPr>
          <p:cNvSpPr txBox="1"/>
          <p:nvPr/>
        </p:nvSpPr>
        <p:spPr>
          <a:xfrm>
            <a:off x="570271" y="1356852"/>
            <a:ext cx="11110452" cy="4874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Long queues and waiting time:</a:t>
            </a:r>
            <a:r>
              <a:rPr lang="en-US" sz="1900" dirty="0"/>
              <a:t> Campus food counters become crowded during peak hours, causing students to spend valuable time waiting for their orders.</a:t>
            </a:r>
          </a:p>
          <a:p>
            <a:pPr lvl="0">
              <a:lnSpc>
                <a:spcPct val="150000"/>
              </a:lnSpc>
            </a:pPr>
            <a:r>
              <a:rPr lang="en-US" sz="1900" dirty="0"/>
              <a:t>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Difficulty in food selection:</a:t>
            </a:r>
            <a:r>
              <a:rPr lang="en-US" sz="1900" dirty="0"/>
              <a:t> Students may struggle to choose suitable food based on their preferences, budget, availability, and time constraints.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Limited intelligence in existing systems:</a:t>
            </a:r>
            <a:r>
              <a:rPr lang="en-US" sz="1900" dirty="0"/>
              <a:t> Traditional food-ordering systems mainly support basic ordering and tracking, with limited personalization and queue prediction.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Inefficient pickup and coordination:</a:t>
            </a:r>
            <a:r>
              <a:rPr lang="en-US" sz="1900" dirty="0"/>
              <a:t> Lack of intelligent coordination between students, orders, and cafeteria staff can lead to unnecessary waiting and inefficient food preparation. 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3BE00F-5E38-D57A-97C2-3C30C528365C}"/>
              </a:ext>
            </a:extLst>
          </p:cNvPr>
          <p:cNvSpPr txBox="1"/>
          <p:nvPr/>
        </p:nvSpPr>
        <p:spPr>
          <a:xfrm>
            <a:off x="648929" y="1209368"/>
            <a:ext cx="11090787" cy="531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Develop an intelligent pre-ordering system</a:t>
            </a:r>
            <a:r>
              <a:rPr lang="en-US" sz="1900" dirty="0"/>
              <a:t> that understands student requests through natural language.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Provide personalized recommendations</a:t>
            </a:r>
            <a:r>
              <a:rPr lang="en-US" sz="1900" dirty="0"/>
              <a:t> based on food preferences, budget, availability, preparation time, and previous orders.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Predict waiting time and recommend pickup slots</a:t>
            </a:r>
            <a:r>
              <a:rPr lang="en-US" sz="1900" dirty="0"/>
              <a:t> based on current orders, kitchen workload, and the student's available time.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Improve cafeteria coordination</a:t>
            </a:r>
            <a:r>
              <a:rPr lang="en-US" sz="1900" dirty="0"/>
              <a:t> through order-status tracking, notifications, feedback analysis, and multiple AI agents working through SOA.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19A8D3-C0F9-38C7-8E0A-7873EC022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134" y="737419"/>
            <a:ext cx="9136870" cy="56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76D9E9-E5BC-95FA-A535-BFC6EF1FC811}"/>
              </a:ext>
            </a:extLst>
          </p:cNvPr>
          <p:cNvSpPr txBox="1"/>
          <p:nvPr/>
        </p:nvSpPr>
        <p:spPr>
          <a:xfrm>
            <a:off x="727587" y="1563329"/>
            <a:ext cx="10815484" cy="443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Gavai &amp; </a:t>
            </a:r>
            <a:r>
              <a:rPr lang="en-US" sz="1900" b="1" dirty="0" err="1"/>
              <a:t>Heringa</a:t>
            </a:r>
            <a:r>
              <a:rPr lang="en-US" sz="1900" b="1" dirty="0"/>
              <a:t> (2026) – Agentic AI:</a:t>
            </a:r>
            <a:r>
              <a:rPr lang="en-US" sz="1900" dirty="0"/>
              <a:t> Food-domain Agentic AI is still largely conceptual/pilot-scale, requiring more real-world validation.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Gajić (2025) – </a:t>
            </a:r>
            <a:r>
              <a:rPr lang="en-US" sz="1900" b="1" dirty="0" err="1"/>
              <a:t>LangChain</a:t>
            </a:r>
            <a:r>
              <a:rPr lang="en-US" sz="1900" b="1" dirty="0"/>
              <a:t> + RAG + Mistral LLM:</a:t>
            </a:r>
            <a:r>
              <a:rPr lang="en-US" sz="1900" dirty="0"/>
              <a:t> Supports intelligent food ordering, but is limited to a single restaurant and lacks queue/pickup optimization.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 err="1"/>
              <a:t>Pamisetty</a:t>
            </a:r>
            <a:r>
              <a:rPr lang="en-US" sz="1900" b="1" dirty="0"/>
              <a:t> (2026) – Explainable Agentic AI:</a:t>
            </a:r>
            <a:r>
              <a:rPr lang="en-US" sz="1900" dirty="0"/>
              <a:t> Supports adaptive food-service decisions, but has limited practical/domain-specific validation.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Missing Integration:</a:t>
            </a:r>
            <a:r>
              <a:rPr lang="en-US" sz="1900" dirty="0"/>
              <a:t> Existing works do not combine natural-language ordering + personalized recommendation + queue prediction + smart pickup + kitchen coordination in one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 err="1"/>
              <a:t>PrePlate</a:t>
            </a:r>
            <a:r>
              <a:rPr lang="en-US" sz="1900" b="1" dirty="0"/>
              <a:t>:</a:t>
            </a:r>
            <a:r>
              <a:rPr lang="en-US" sz="1900" dirty="0"/>
              <a:t> Bridges these gaps using coordinated AI agents + ML-based queue prediction + SOA/Microservices for a campus-specific food pre-ordering system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4B2625-FEE1-4316-A90A-672F4609EC1D}"/>
              </a:ext>
            </a:extLst>
          </p:cNvPr>
          <p:cNvSpPr txBox="1"/>
          <p:nvPr/>
        </p:nvSpPr>
        <p:spPr>
          <a:xfrm>
            <a:off x="757084" y="1223515"/>
            <a:ext cx="10687664" cy="531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Agentic AI:</a:t>
            </a:r>
            <a:r>
              <a:rPr lang="en-US" sz="1900" dirty="0"/>
              <a:t> Multiple specialized agents collaborate to handle ordering, recommendations, queue prediction, and feedback.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Natural-Language Ordering:</a:t>
            </a:r>
            <a:r>
              <a:rPr lang="en-US" sz="1900" dirty="0"/>
              <a:t> Students can describe what they want instead of manually browsing the menu.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Context-Aware Pickup:</a:t>
            </a:r>
            <a:r>
              <a:rPr lang="en-US" sz="1900" dirty="0"/>
              <a:t> Pickup time is suggested using queue conditions, preparation time, and the student's available time.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SOA-Based Integration:</a:t>
            </a:r>
            <a:r>
              <a:rPr lang="en-US" sz="1900" dirty="0"/>
              <a:t> AI agents and independent services communicate through REST APIs for a modular and scalable system.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82BCB2-DBFC-2967-62FB-BD9D5D4D26DC}"/>
              </a:ext>
            </a:extLst>
          </p:cNvPr>
          <p:cNvSpPr txBox="1"/>
          <p:nvPr/>
        </p:nvSpPr>
        <p:spPr>
          <a:xfrm>
            <a:off x="983226" y="1432338"/>
            <a:ext cx="10658168" cy="4874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Technical:</a:t>
            </a:r>
            <a:r>
              <a:rPr lang="en-US" sz="1900" dirty="0"/>
              <a:t> Uses established technologies such as Gemini, </a:t>
            </a:r>
            <a:r>
              <a:rPr lang="en-US" sz="1900" dirty="0" err="1"/>
              <a:t>LangGraph</a:t>
            </a:r>
            <a:r>
              <a:rPr lang="en-US" sz="1900" dirty="0"/>
              <a:t>, Whisper, Scikit-learn, and Hugging Face.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Operational:</a:t>
            </a:r>
            <a:r>
              <a:rPr lang="en-US" sz="1900" dirty="0"/>
              <a:t> Directly addresses real campus cafeteria problems and supports both students and staff.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Scalable:</a:t>
            </a:r>
            <a:r>
              <a:rPr lang="en-US" sz="1900" dirty="0"/>
              <a:t> Independent services can be developed, tested, and integrated separately. </a:t>
            </a:r>
          </a:p>
          <a:p>
            <a:pPr lvl="0">
              <a:lnSpc>
                <a:spcPct val="150000"/>
              </a:lnSpc>
            </a:pPr>
            <a:endParaRPr lang="en-US" sz="19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Measurable:</a:t>
            </a:r>
            <a:r>
              <a:rPr lang="en-US" sz="1900" dirty="0"/>
              <a:t> Performance can be evaluated using recommendation relevance, queue prediction error, reliability, and waiting-time reduction.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541</Words>
  <Application>Microsoft Office PowerPoint</Application>
  <PresentationFormat>Widescreen</PresentationFormat>
  <Paragraphs>83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Veeraiah Choudary Chalasani</cp:lastModifiedBy>
  <cp:revision>33</cp:revision>
  <dcterms:created xsi:type="dcterms:W3CDTF">2026-08-08T06:33:56Z</dcterms:created>
  <dcterms:modified xsi:type="dcterms:W3CDTF">2026-08-20T15:40:40Z</dcterms:modified>
</cp:coreProperties>
</file>